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8" Type="http://schemas.openxmlformats.org/officeDocument/2006/relationships/slideLayout" Target="../slideLayouts/slideLayout1.xml"/><Relationship Id="rId37" Type="http://schemas.openxmlformats.org/officeDocument/2006/relationships/image" Target="../media/image10.svg"/><Relationship Id="rId36" Type="http://schemas.openxmlformats.org/officeDocument/2006/relationships/image" Target="../media/image9.png"/><Relationship Id="rId35" Type="http://schemas.openxmlformats.org/officeDocument/2006/relationships/image" Target="../media/image8.svg"/><Relationship Id="rId34" Type="http://schemas.openxmlformats.org/officeDocument/2006/relationships/image" Target="../media/image7.png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1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image" Target="../media/image2.svg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image" Target="../media/image14.png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44.xml"/><Relationship Id="rId2" Type="http://schemas.openxmlformats.org/officeDocument/2006/relationships/image" Target="../media/image13.png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image" Target="../media/image15.png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4" name="组合 73"/>
          <p:cNvGrpSpPr/>
          <p:nvPr/>
        </p:nvGrpSpPr>
        <p:grpSpPr>
          <a:xfrm>
            <a:off x="1181100" y="713740"/>
            <a:ext cx="10222865" cy="5539740"/>
            <a:chOff x="1860" y="1124"/>
            <a:chExt cx="16099" cy="8724"/>
          </a:xfrm>
        </p:grpSpPr>
        <p:pic>
          <p:nvPicPr>
            <p:cNvPr id="4" name="图片 3" descr="服务器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67" y="1659"/>
              <a:ext cx="897" cy="897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3717" y="2648"/>
              <a:ext cx="139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server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324" y="1124"/>
              <a:ext cx="5343" cy="682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26" y="1158"/>
              <a:ext cx="53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Server initializes global model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5324" y="2335"/>
              <a:ext cx="5343" cy="682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324" y="2363"/>
              <a:ext cx="534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distributes global model parameters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5324" y="3501"/>
              <a:ext cx="5343" cy="682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25" y="3558"/>
              <a:ext cx="534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Server aggregation</a:t>
              </a:r>
              <a:endParaRPr lang="en-US" altLang="zh-CN"/>
            </a:p>
          </p:txBody>
        </p:sp>
        <p:cxnSp>
          <p:nvCxnSpPr>
            <p:cNvPr id="15" name="直接箭头连接符 14"/>
            <p:cNvCxnSpPr>
              <a:stCxn id="10" idx="2"/>
              <a:endCxn id="12" idx="0"/>
            </p:cNvCxnSpPr>
            <p:nvPr/>
          </p:nvCxnSpPr>
          <p:spPr>
            <a:xfrm flipH="1">
              <a:off x="7996" y="1738"/>
              <a:ext cx="1" cy="625"/>
            </a:xfrm>
            <a:prstGeom prst="straightConnector1">
              <a:avLst/>
            </a:prstGeom>
            <a:ln w="19050"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4" idx="0"/>
              <a:endCxn id="11" idx="2"/>
            </p:cNvCxnSpPr>
            <p:nvPr/>
          </p:nvCxnSpPr>
          <p:spPr>
            <a:xfrm flipH="1" flipV="1">
              <a:off x="7996" y="3017"/>
              <a:ext cx="1" cy="541"/>
            </a:xfrm>
            <a:prstGeom prst="straightConnector1">
              <a:avLst/>
            </a:prstGeom>
            <a:ln w="19050"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/>
            <p:cNvGrpSpPr/>
            <p:nvPr>
              <p:custDataLst>
                <p:tags r:id="rId3"/>
              </p:custDataLst>
            </p:nvPr>
          </p:nvGrpSpPr>
          <p:grpSpPr>
            <a:xfrm>
              <a:off x="1860" y="5252"/>
              <a:ext cx="4292" cy="4596"/>
              <a:chOff x="1860" y="5252"/>
              <a:chExt cx="4292" cy="4596"/>
            </a:xfrm>
          </p:grpSpPr>
          <p:sp>
            <p:nvSpPr>
              <p:cNvPr id="17" name="文本框 1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232" y="5252"/>
                <a:ext cx="3717" cy="9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Upload model parameters / gradient updates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" name="圆角矩形 17"/>
              <p:cNvSpPr/>
              <p:nvPr>
                <p:custDataLst>
                  <p:tags r:id="rId5"/>
                </p:custDataLst>
              </p:nvPr>
            </p:nvSpPr>
            <p:spPr>
              <a:xfrm>
                <a:off x="2084" y="6180"/>
                <a:ext cx="3854" cy="3668"/>
              </a:xfrm>
              <a:prstGeom prst="roundRect">
                <a:avLst/>
              </a:prstGeom>
              <a:noFill/>
              <a:ln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圆角矩形 18"/>
              <p:cNvSpPr/>
              <p:nvPr>
                <p:custDataLst>
                  <p:tags r:id="rId6"/>
                </p:custDataLst>
              </p:nvPr>
            </p:nvSpPr>
            <p:spPr>
              <a:xfrm>
                <a:off x="2855" y="6447"/>
                <a:ext cx="2281" cy="645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client1</a:t>
                </a:r>
                <a:endParaRPr lang="zh-CN" altLang="en-US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860" y="8203"/>
                <a:ext cx="429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  Local data remains on clients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21" name="图片 20" descr="文件夹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88" y="7265"/>
                <a:ext cx="1014" cy="1014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084" y="9050"/>
                <a:ext cx="386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/>
                  <a:t>       Local training</a:t>
                </a:r>
                <a:endParaRPr lang="en-US" altLang="zh-CN"/>
              </a:p>
            </p:txBody>
          </p:sp>
          <p:cxnSp>
            <p:nvCxnSpPr>
              <p:cNvPr id="25" name="直接箭头连接符 24"/>
              <p:cNvCxnSpPr>
                <a:stCxn id="20" idx="2"/>
                <a:endCxn id="22" idx="0"/>
              </p:cNvCxnSpPr>
              <p:nvPr>
                <p:custDataLst>
                  <p:tags r:id="rId12"/>
                </p:custDataLst>
              </p:nvPr>
            </p:nvCxnSpPr>
            <p:spPr>
              <a:xfrm>
                <a:off x="4006" y="8734"/>
                <a:ext cx="11" cy="3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6" name="图片 25" descr="电脑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864" y="9050"/>
                <a:ext cx="607" cy="607"/>
              </a:xfrm>
              <a:prstGeom prst="rect">
                <a:avLst/>
              </a:prstGeom>
            </p:spPr>
          </p:pic>
        </p:grpSp>
        <p:grpSp>
          <p:nvGrpSpPr>
            <p:cNvPr id="28" name="组合 27"/>
            <p:cNvGrpSpPr/>
            <p:nvPr>
              <p:custDataLst>
                <p:tags r:id="rId16"/>
              </p:custDataLst>
            </p:nvPr>
          </p:nvGrpSpPr>
          <p:grpSpPr>
            <a:xfrm>
              <a:off x="6587" y="5252"/>
              <a:ext cx="4292" cy="4596"/>
              <a:chOff x="1860" y="5252"/>
              <a:chExt cx="4292" cy="4596"/>
            </a:xfrm>
          </p:grpSpPr>
          <p:sp>
            <p:nvSpPr>
              <p:cNvPr id="29" name="文本框 2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2232" y="5252"/>
                <a:ext cx="3717" cy="9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Upload model parameters / gradient updates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" name="圆角矩形 29"/>
              <p:cNvSpPr/>
              <p:nvPr>
                <p:custDataLst>
                  <p:tags r:id="rId18"/>
                </p:custDataLst>
              </p:nvPr>
            </p:nvSpPr>
            <p:spPr>
              <a:xfrm>
                <a:off x="2084" y="6180"/>
                <a:ext cx="3854" cy="3668"/>
              </a:xfrm>
              <a:prstGeom prst="roundRect">
                <a:avLst/>
              </a:prstGeom>
              <a:noFill/>
              <a:ln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圆角矩形 30"/>
              <p:cNvSpPr/>
              <p:nvPr>
                <p:custDataLst>
                  <p:tags r:id="rId19"/>
                </p:custDataLst>
              </p:nvPr>
            </p:nvSpPr>
            <p:spPr>
              <a:xfrm>
                <a:off x="2855" y="6447"/>
                <a:ext cx="2281" cy="645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client2</a:t>
                </a:r>
                <a:endParaRPr lang="zh-CN" altLang="en-US"/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860" y="8203"/>
                <a:ext cx="429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  Local data remains on clients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33" name="图片 32" descr="文件夹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88" y="7265"/>
                <a:ext cx="1014" cy="1014"/>
              </a:xfrm>
              <a:prstGeom prst="rect">
                <a:avLst/>
              </a:prstGeom>
            </p:spPr>
          </p:pic>
          <p:sp>
            <p:nvSpPr>
              <p:cNvPr id="34" name="文本框 3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2084" y="9050"/>
                <a:ext cx="386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/>
                  <a:t>       Local training</a:t>
                </a:r>
                <a:endParaRPr lang="en-US" altLang="zh-CN"/>
              </a:p>
            </p:txBody>
          </p:sp>
          <p:cxnSp>
            <p:nvCxnSpPr>
              <p:cNvPr id="35" name="直接箭头连接符 34"/>
              <p:cNvCxnSpPr>
                <a:stCxn id="32" idx="2"/>
                <a:endCxn id="34" idx="0"/>
              </p:cNvCxnSpPr>
              <p:nvPr>
                <p:custDataLst>
                  <p:tags r:id="rId23"/>
                </p:custDataLst>
              </p:nvPr>
            </p:nvCxnSpPr>
            <p:spPr>
              <a:xfrm>
                <a:off x="4006" y="8734"/>
                <a:ext cx="11" cy="3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6" name="图片 35" descr="电脑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864" y="9050"/>
                <a:ext cx="607" cy="607"/>
              </a:xfrm>
              <a:prstGeom prst="rect">
                <a:avLst/>
              </a:prstGeom>
            </p:spPr>
          </p:pic>
        </p:grpSp>
        <p:grpSp>
          <p:nvGrpSpPr>
            <p:cNvPr id="37" name="组合 36"/>
            <p:cNvGrpSpPr/>
            <p:nvPr>
              <p:custDataLst>
                <p:tags r:id="rId25"/>
              </p:custDataLst>
            </p:nvPr>
          </p:nvGrpSpPr>
          <p:grpSpPr>
            <a:xfrm>
              <a:off x="11114" y="5252"/>
              <a:ext cx="4292" cy="4596"/>
              <a:chOff x="1860" y="5252"/>
              <a:chExt cx="4292" cy="4596"/>
            </a:xfrm>
          </p:grpSpPr>
          <p:sp>
            <p:nvSpPr>
              <p:cNvPr id="38" name="文本框 37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232" y="5252"/>
                <a:ext cx="3717" cy="9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Upload model parameters / gradient updates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2084" y="6180"/>
                <a:ext cx="3854" cy="3668"/>
              </a:xfrm>
              <a:prstGeom prst="roundRect">
                <a:avLst/>
              </a:prstGeom>
              <a:noFill/>
              <a:ln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圆角矩形 39"/>
              <p:cNvSpPr/>
              <p:nvPr>
                <p:custDataLst>
                  <p:tags r:id="rId28"/>
                </p:custDataLst>
              </p:nvPr>
            </p:nvSpPr>
            <p:spPr>
              <a:xfrm>
                <a:off x="2855" y="6447"/>
                <a:ext cx="2281" cy="645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client3</a:t>
                </a:r>
                <a:endParaRPr lang="zh-CN" altLang="en-US"/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860" y="8203"/>
                <a:ext cx="429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  Local data remains on clients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42" name="图片 41" descr="文件夹"/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88" y="7265"/>
                <a:ext cx="1014" cy="1014"/>
              </a:xfrm>
              <a:prstGeom prst="rect">
                <a:avLst/>
              </a:prstGeom>
            </p:spPr>
          </p:pic>
          <p:sp>
            <p:nvSpPr>
              <p:cNvPr id="43" name="文本框 42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084" y="9050"/>
                <a:ext cx="386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/>
                  <a:t>       Local training</a:t>
                </a:r>
                <a:endParaRPr lang="en-US" altLang="zh-CN"/>
              </a:p>
            </p:txBody>
          </p:sp>
          <p:cxnSp>
            <p:nvCxnSpPr>
              <p:cNvPr id="44" name="直接箭头连接符 43"/>
              <p:cNvCxnSpPr>
                <a:stCxn id="41" idx="2"/>
                <a:endCxn id="43" idx="0"/>
              </p:cNvCxnSpPr>
              <p:nvPr>
                <p:custDataLst>
                  <p:tags r:id="rId32"/>
                </p:custDataLst>
              </p:nvPr>
            </p:nvCxnSpPr>
            <p:spPr>
              <a:xfrm>
                <a:off x="4006" y="8734"/>
                <a:ext cx="11" cy="3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45" name="图片 44" descr="电脑"/>
              <p:cNvPicPr>
                <a:picLocks noChangeAspect="1"/>
              </p:cNvPicPr>
              <p:nvPr>
                <p:custDataLst>
                  <p:tags r:id="rId33"/>
                </p:custDataLst>
              </p:nvPr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864" y="9050"/>
                <a:ext cx="607" cy="607"/>
              </a:xfrm>
              <a:prstGeom prst="rect">
                <a:avLst/>
              </a:prstGeom>
            </p:spPr>
          </p:pic>
        </p:grpSp>
        <p:cxnSp>
          <p:nvCxnSpPr>
            <p:cNvPr id="47" name="直接连接符 46"/>
            <p:cNvCxnSpPr/>
            <p:nvPr/>
          </p:nvCxnSpPr>
          <p:spPr>
            <a:xfrm flipV="1">
              <a:off x="4145" y="4703"/>
              <a:ext cx="9225" cy="58"/>
            </a:xfrm>
            <a:prstGeom prst="line">
              <a:avLst/>
            </a:prstGeom>
            <a:ln w="19050"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17" idx="0"/>
            </p:cNvCxnSpPr>
            <p:nvPr/>
          </p:nvCxnSpPr>
          <p:spPr>
            <a:xfrm flipV="1">
              <a:off x="4091" y="4719"/>
              <a:ext cx="8" cy="533"/>
            </a:xfrm>
            <a:prstGeom prst="straightConnector1">
              <a:avLst/>
            </a:prstGeom>
            <a:ln w="19050"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stCxn id="29" idx="0"/>
            </p:cNvCxnSpPr>
            <p:nvPr/>
          </p:nvCxnSpPr>
          <p:spPr>
            <a:xfrm flipH="1" flipV="1">
              <a:off x="8810" y="4731"/>
              <a:ext cx="8" cy="521"/>
            </a:xfrm>
            <a:prstGeom prst="straightConnector1">
              <a:avLst/>
            </a:prstGeom>
            <a:ln w="19050"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38" idx="0"/>
            </p:cNvCxnSpPr>
            <p:nvPr/>
          </p:nvCxnSpPr>
          <p:spPr>
            <a:xfrm flipV="1">
              <a:off x="13345" y="4708"/>
              <a:ext cx="3" cy="54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endCxn id="14" idx="2"/>
            </p:cNvCxnSpPr>
            <p:nvPr/>
          </p:nvCxnSpPr>
          <p:spPr>
            <a:xfrm flipH="1" flipV="1">
              <a:off x="7997" y="4138"/>
              <a:ext cx="7" cy="593"/>
            </a:xfrm>
            <a:prstGeom prst="straightConnector1">
              <a:avLst/>
            </a:prstGeom>
            <a:ln w="19050"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 flipV="1">
              <a:off x="13325" y="2612"/>
              <a:ext cx="13" cy="2083"/>
            </a:xfrm>
            <a:prstGeom prst="line">
              <a:avLst/>
            </a:prstGeom>
            <a:ln w="19050">
              <a:prstDash val="sysDot"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>
              <a:endCxn id="12" idx="3"/>
            </p:cNvCxnSpPr>
            <p:nvPr/>
          </p:nvCxnSpPr>
          <p:spPr>
            <a:xfrm flipH="1">
              <a:off x="10668" y="2600"/>
              <a:ext cx="2668" cy="29"/>
            </a:xfrm>
            <a:prstGeom prst="straightConnector1">
              <a:avLst/>
            </a:prstGeom>
            <a:ln w="19050">
              <a:prstDash val="sysDot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>
            <a:xfrm>
              <a:off x="13348" y="3179"/>
              <a:ext cx="680" cy="0"/>
            </a:xfrm>
            <a:prstGeom prst="straightConnector1">
              <a:avLst/>
            </a:prstGeom>
            <a:ln w="19050">
              <a:prstDash val="sysDot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11195" y="2129"/>
              <a:ext cx="6765" cy="4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Iterate communication rounds till convergence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4097" y="2911"/>
              <a:ext cx="3258" cy="680"/>
              <a:chOff x="14097" y="2911"/>
              <a:chExt cx="3258" cy="680"/>
            </a:xfrm>
          </p:grpSpPr>
          <p:sp>
            <p:nvSpPr>
              <p:cNvPr id="61" name="圆角矩形 60"/>
              <p:cNvSpPr/>
              <p:nvPr/>
            </p:nvSpPr>
            <p:spPr>
              <a:xfrm>
                <a:off x="14097" y="2911"/>
                <a:ext cx="3258" cy="680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4118" y="2967"/>
                <a:ext cx="32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  Global model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64" name="图片 63" descr="全球"/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6499" y="2958"/>
                <a:ext cx="578" cy="578"/>
              </a:xfrm>
              <a:prstGeom prst="rect">
                <a:avLst/>
              </a:prstGeom>
            </p:spPr>
          </p:pic>
        </p:grpSp>
        <p:grpSp>
          <p:nvGrpSpPr>
            <p:cNvPr id="68" name="组合 67"/>
            <p:cNvGrpSpPr/>
            <p:nvPr/>
          </p:nvGrpSpPr>
          <p:grpSpPr>
            <a:xfrm>
              <a:off x="14118" y="4183"/>
              <a:ext cx="3258" cy="680"/>
              <a:chOff x="14097" y="2911"/>
              <a:chExt cx="3258" cy="680"/>
            </a:xfrm>
          </p:grpSpPr>
          <p:sp>
            <p:nvSpPr>
              <p:cNvPr id="69" name="圆角矩形 68"/>
              <p:cNvSpPr/>
              <p:nvPr/>
            </p:nvSpPr>
            <p:spPr>
              <a:xfrm>
                <a:off x="14097" y="2911"/>
                <a:ext cx="3258" cy="680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14118" y="2967"/>
                <a:ext cx="32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Test deployment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pic>
          <p:nvPicPr>
            <p:cNvPr id="72" name="图片 71" descr="飞镖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6699" y="4239"/>
              <a:ext cx="578" cy="578"/>
            </a:xfrm>
            <a:prstGeom prst="rect">
              <a:avLst/>
            </a:prstGeom>
          </p:spPr>
        </p:pic>
        <p:cxnSp>
          <p:nvCxnSpPr>
            <p:cNvPr id="73" name="直接箭头连接符 72"/>
            <p:cNvCxnSpPr>
              <a:stCxn id="63" idx="2"/>
              <a:endCxn id="70" idx="0"/>
            </p:cNvCxnSpPr>
            <p:nvPr/>
          </p:nvCxnSpPr>
          <p:spPr>
            <a:xfrm>
              <a:off x="15737" y="3547"/>
              <a:ext cx="21" cy="6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7月29日 17_10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7月29日 20_35_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556" t="40176" r="73975" b="45000"/>
          <a:stretch>
            <a:fillRect/>
          </a:stretch>
        </p:blipFill>
        <p:spPr>
          <a:xfrm>
            <a:off x="426085" y="862330"/>
            <a:ext cx="1155700" cy="1016635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099185" y="1315720"/>
            <a:ext cx="139065" cy="1460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5" idx="0"/>
          </p:cNvCxnSpPr>
          <p:nvPr>
            <p:custDataLst>
              <p:tags r:id="rId4"/>
            </p:custDataLst>
          </p:nvPr>
        </p:nvCxnSpPr>
        <p:spPr>
          <a:xfrm flipV="1">
            <a:off x="1169035" y="777240"/>
            <a:ext cx="961390" cy="538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5"/>
            </p:custDataLst>
          </p:nvPr>
        </p:nvCxnSpPr>
        <p:spPr>
          <a:xfrm>
            <a:off x="1153795" y="1461770"/>
            <a:ext cx="976630" cy="419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059" name="Google Shape;8059;p85"/>
          <p:cNvPicPr preferRelativeResize="0"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339913" y="573638"/>
            <a:ext cx="14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234315" y="2013585"/>
            <a:ext cx="1533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32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32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2246630" y="2013585"/>
            <a:ext cx="1533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Con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v2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32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32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32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3295015" y="733425"/>
            <a:ext cx="1021715" cy="1103630"/>
            <a:chOff x="7444" y="1422"/>
            <a:chExt cx="1609" cy="1738"/>
          </a:xfrm>
        </p:grpSpPr>
        <p:sp>
          <p:nvSpPr>
            <p:cNvPr id="13" name="矩形 12"/>
            <p:cNvSpPr/>
            <p:nvPr>
              <p:custDataLst>
                <p:tags r:id="rId11"/>
              </p:custDataLst>
            </p:nvPr>
          </p:nvSpPr>
          <p:spPr>
            <a:xfrm>
              <a:off x="7444" y="2270"/>
              <a:ext cx="219" cy="2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>
              <p:custDataLst>
                <p:tags r:id="rId12"/>
              </p:custDataLst>
            </p:nvPr>
          </p:nvCxnSpPr>
          <p:spPr>
            <a:xfrm flipV="1">
              <a:off x="7539" y="1422"/>
              <a:ext cx="1514" cy="8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13"/>
              </p:custDataLst>
            </p:nvPr>
          </p:nvCxnSpPr>
          <p:spPr>
            <a:xfrm>
              <a:off x="7515" y="2500"/>
              <a:ext cx="1538" cy="6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590" name="Google Shape;4590;p65"/>
          <p:cNvGrpSpPr/>
          <p:nvPr/>
        </p:nvGrpSpPr>
        <p:grpSpPr>
          <a:xfrm>
            <a:off x="4421596" y="1063599"/>
            <a:ext cx="530946" cy="531400"/>
            <a:chOff x="5448325" y="610550"/>
            <a:chExt cx="823300" cy="822600"/>
          </a:xfrm>
        </p:grpSpPr>
        <p:sp>
          <p:nvSpPr>
            <p:cNvPr id="4591" name="Google Shape;4591;p65"/>
            <p:cNvSpPr/>
            <p:nvPr/>
          </p:nvSpPr>
          <p:spPr>
            <a:xfrm>
              <a:off x="5448325" y="6105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2" name="Google Shape;4592;p65"/>
            <p:cNvSpPr/>
            <p:nvPr/>
          </p:nvSpPr>
          <p:spPr>
            <a:xfrm>
              <a:off x="5722525" y="6105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3" name="Google Shape;4593;p65"/>
            <p:cNvSpPr/>
            <p:nvPr/>
          </p:nvSpPr>
          <p:spPr>
            <a:xfrm>
              <a:off x="5996725" y="6105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4" name="Google Shape;4594;p65"/>
            <p:cNvSpPr/>
            <p:nvPr/>
          </p:nvSpPr>
          <p:spPr>
            <a:xfrm>
              <a:off x="5448325" y="8847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5" name="Google Shape;4595;p65"/>
            <p:cNvSpPr/>
            <p:nvPr/>
          </p:nvSpPr>
          <p:spPr>
            <a:xfrm>
              <a:off x="5722525" y="8847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6" name="Google Shape;4596;p65"/>
            <p:cNvSpPr/>
            <p:nvPr/>
          </p:nvSpPr>
          <p:spPr>
            <a:xfrm>
              <a:off x="5996725" y="8847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7" name="Google Shape;4597;p65"/>
            <p:cNvSpPr/>
            <p:nvPr/>
          </p:nvSpPr>
          <p:spPr>
            <a:xfrm>
              <a:off x="5449025" y="11589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8" name="Google Shape;4598;p65"/>
            <p:cNvSpPr/>
            <p:nvPr/>
          </p:nvSpPr>
          <p:spPr>
            <a:xfrm>
              <a:off x="5723225" y="11589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9" name="Google Shape;4599;p65"/>
            <p:cNvSpPr/>
            <p:nvPr/>
          </p:nvSpPr>
          <p:spPr>
            <a:xfrm>
              <a:off x="5997425" y="11589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" name="Google Shape;4590;p65"/>
          <p:cNvGrpSpPr/>
          <p:nvPr/>
        </p:nvGrpSpPr>
        <p:grpSpPr>
          <a:xfrm>
            <a:off x="5349331" y="1138497"/>
            <a:ext cx="354114" cy="354267"/>
            <a:chOff x="5448325" y="884750"/>
            <a:chExt cx="549100" cy="548400"/>
          </a:xfrm>
        </p:grpSpPr>
        <p:sp>
          <p:nvSpPr>
            <p:cNvPr id="21" name="Google Shape;4594;p65"/>
            <p:cNvSpPr/>
            <p:nvPr/>
          </p:nvSpPr>
          <p:spPr>
            <a:xfrm>
              <a:off x="5448325" y="8847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4595;p65"/>
            <p:cNvSpPr/>
            <p:nvPr/>
          </p:nvSpPr>
          <p:spPr>
            <a:xfrm>
              <a:off x="5722525" y="8847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4597;p65"/>
            <p:cNvSpPr/>
            <p:nvPr/>
          </p:nvSpPr>
          <p:spPr>
            <a:xfrm>
              <a:off x="5449025" y="11589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4598;p65"/>
            <p:cNvSpPr/>
            <p:nvPr/>
          </p:nvSpPr>
          <p:spPr>
            <a:xfrm>
              <a:off x="5723225" y="1158950"/>
              <a:ext cx="274200" cy="274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28" name="直接箭头连接符 27"/>
          <p:cNvCxnSpPr/>
          <p:nvPr/>
        </p:nvCxnSpPr>
        <p:spPr>
          <a:xfrm>
            <a:off x="5004435" y="1314450"/>
            <a:ext cx="296545" cy="76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4385945" y="2035810"/>
            <a:ext cx="1533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MaxPooling2D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16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16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32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5849620" y="1322070"/>
            <a:ext cx="296545" cy="76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056" name="Google Shape;8056;p85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6418600" y="595398"/>
            <a:ext cx="14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6469380" y="2035810"/>
            <a:ext cx="1533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Conv2D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16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64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4" name="组合 33"/>
          <p:cNvGrpSpPr/>
          <p:nvPr>
            <p:custDataLst>
              <p:tags r:id="rId17"/>
            </p:custDataLst>
          </p:nvPr>
        </p:nvGrpSpPr>
        <p:grpSpPr>
          <a:xfrm>
            <a:off x="7332345" y="733425"/>
            <a:ext cx="1021715" cy="1103630"/>
            <a:chOff x="7444" y="1422"/>
            <a:chExt cx="1609" cy="1738"/>
          </a:xfrm>
        </p:grpSpPr>
        <p:sp>
          <p:nvSpPr>
            <p:cNvPr id="35" name="矩形 34"/>
            <p:cNvSpPr/>
            <p:nvPr>
              <p:custDataLst>
                <p:tags r:id="rId18"/>
              </p:custDataLst>
            </p:nvPr>
          </p:nvSpPr>
          <p:spPr>
            <a:xfrm>
              <a:off x="7444" y="2270"/>
              <a:ext cx="219" cy="2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6" name="直接连接符 35"/>
            <p:cNvCxnSpPr/>
            <p:nvPr>
              <p:custDataLst>
                <p:tags r:id="rId19"/>
              </p:custDataLst>
            </p:nvPr>
          </p:nvCxnSpPr>
          <p:spPr>
            <a:xfrm flipV="1">
              <a:off x="7539" y="1422"/>
              <a:ext cx="1514" cy="8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>
              <p:custDataLst>
                <p:tags r:id="rId20"/>
              </p:custDataLst>
            </p:nvPr>
          </p:nvCxnSpPr>
          <p:spPr>
            <a:xfrm>
              <a:off x="7515" y="2500"/>
              <a:ext cx="1538" cy="6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7月29日 22_19_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3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4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5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6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7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8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9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0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1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2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3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4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5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6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7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8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19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0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1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2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3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4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5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6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7.xml><?xml version="1.0" encoding="utf-8"?>
<p:tagLst xmlns:p="http://schemas.openxmlformats.org/presentationml/2006/main">
  <p:tag name="KSO_WM_DIAGRAM_VIRTUALLY_FRAME" val="{&quot;height&quot;:229.8,&quot;left&quot;:93,&quot;top&quot;:262.6,&quot;width&quot;:677.3}"/>
</p:tagLst>
</file>

<file path=ppt/tags/tag28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29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0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1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2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3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4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5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6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7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8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39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40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41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42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43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ags/tag44.xml><?xml version="1.0" encoding="utf-8"?>
<p:tagLst xmlns:p="http://schemas.openxmlformats.org/presentationml/2006/main">
  <p:tag name="KSO_WM_DIAGRAM_VIRTUALLY_FRAME" val="{&quot;height&quot;:159.33165354330708,&quot;left&quot;:122.45,&quot;top&quot;:40.46834645669291,&quot;width&quot;:321.4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WPS 演示</Application>
  <PresentationFormat>宽屏</PresentationFormat>
  <Paragraphs>50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</dc:creator>
  <cp:lastModifiedBy>淘金者</cp:lastModifiedBy>
  <cp:revision>9</cp:revision>
  <dcterms:created xsi:type="dcterms:W3CDTF">2023-08-09T12:44:00Z</dcterms:created>
  <dcterms:modified xsi:type="dcterms:W3CDTF">2026-07-29T15:16:58Z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0D216D37CB3843C2BFAF29704099B718_12</vt:lpwstr>
  </property>
</Properties>
</file>